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историей с защиты: команда показала отличную модель, первый вопрос комиссии — «а что изменилось в деньгах?». Тишина. Это и есть предмет 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Разогрев-опрос рук. Смешинка и есть диагноз, который лечим.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секунд на пары, 2–3 ответа вслух.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первый — метрику берут по умолчанию, потом «AUC вырос, а бизнес нет».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Продуктовая и маркетинговая аналитика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как способ думать о бизнесе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4498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и роль аналитики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50208" y="4498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метрик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84848" y="4498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 и причинность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5256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9488" y="4498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5367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5349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50208" y="5367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Атрибуция и конкуренты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5349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4848" y="5367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 и цена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5349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5367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 и решение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ЭТОТ КУРС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 что изменилось в деньгах?»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обучила рекомендательную модель. Offline-метрики выросли, демонстрация прошла на ура.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241280" cy="1371600"/>
          </a:xfrm>
          <a:prstGeom prst="roundRect">
            <a:avLst>
              <a:gd name="adj" fmla="val 5333"/>
            </a:avLst>
          </a:prstGeom>
          <a:solidFill>
            <a:srgbClr val="EDF4E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вопрос комиссии: «А что изменилось в бизнес-метрике?» — в комнате тишина.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была отличная. Ответа не было.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между «модель работает» и «бизнес стал лучше» — предмет этого курса.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залу: кто хоть раз обучал модель «потому что было в задании», не спросив, что изменит решение?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ОБЕЩАЕМ НА ВЫХОДЕ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принимать и защищать продуктовые решения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93852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Переводит задачу бизнеса в гипотезу, а не в «давайте обучим модель»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97880" y="19202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0" y="193852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 систему метрик: NSM, дерево, guardrails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96265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Читает воронку и когорты, не путая корреляцию с эффектом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7880" y="29443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96265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 юнит-экономику в сегментах, зная, когда среднее врёт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 канал привлечения с трекингом и без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97880" y="39684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398678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Понимает, почему last-click врут, и что такое инкрементальность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9926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50109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Ставит задачи на удержание и цену, не субсидируя «и так купят»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97880" y="49926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50109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Проектирует проверку эффекта и упаковывает вывод для CPO/CMO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48756" y="2103120"/>
            <a:ext cx="0" cy="384048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ЗАРАБАТЫВАЕТ DIGITAL-КОМПАНИЯ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→ пользователь → деньги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решаем задачу лучше, чем альтернатива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7588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06240" y="21031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приходит, остается, возвращается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3348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E6B47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кто-то платит — и это устойчиво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аналитика — измерение того, доходит ли ценность до пользователя и конвертируется ли в деньги. Модель может быть рычагом в любом звене: конверсия, отток, средний чек, цена привлечения.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залу: возьмите продукт, которым пользовались сегодня. Кто платит? За что? Что случится с деньгами, если завтра уберут любимую фичу?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ЗАРАБАТЫВАЕТ DIGITAL-КОМПАНИЯ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моделей монетизации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1554480"/>
                <a:gridCol w="274320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 платит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Ключевая 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Маркетплейс / комиссия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продавец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заказ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GMV, take rate, повторы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Ozon, Авито, «Лукошко»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пользователь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подписчик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MRR, churn, LTV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Netflix, SaaS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рекламодатель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внимание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DAU, время, eCPM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соцсети, медиа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Финтех / транзакция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платящий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транзакция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TPV, ARPU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банки, СБП-сервисы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Коммерция / e-com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покупатель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заказ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маржа, оборачиваемость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WB, доставка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— наименьшая единица, на которой можно посчитать заработок. Ошибка выбрать «не тот» unit делает экономику красивой в отчёте и убыточной в кассе (неделя 4).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ПРОДУКТ КУРСА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Маркетплейс «Лукошко»: повседневные товары за 90 минут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16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MAU · DAU/MAU ≈ 0,32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00400" y="28163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₽ GMV в месяц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309360" y="2816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rate — платят продавцы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0" y="1920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961120" y="2816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после логистики и промо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9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— заказ.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1 850 ₽, маржа с заказа ≈ 167 ₽. Активация — первый заказ ≤ 7 дней (26%), aha-момент — второй заказ ≤ 30 дней: удержание ×3.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«Лукошке» идёт каждая неделя: воронка (3), экономика (4), каналы (5), атрибуция (6), скидки (7), эксперимент (8). Дома ту же рамку тянете на свой проект.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ЗА ЧТО ОТВЕЧАЕТ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функции — четыре вопроса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502920" cy="502920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49040" y="1874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построить, чтобы ценность росла?»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0" y="19019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· удержание · активация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99232"/>
            <a:ext cx="502920" cy="502920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49040" y="2926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о нас узнают и приходят?»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0" y="2953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· каналы · доля органики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50792"/>
            <a:ext cx="502920" cy="502920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749040" y="3977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делать быстро и не ломать?»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69680" y="40050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· надёжность · стоимость фичи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5029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/ ML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749040" y="5029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«Какие рычаги автоматизации возможны?»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869680" y="5056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моделей · эффект в проде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ATH-проектах вы почти всегда embedded: аналитик — это вы. Курс — про умение быть «переводчиком» между бизнес-вопросом и моделью.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ВЫГЛЯДИТ В РЕАЛЬНОСТИ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Входящие заявки, понедельник 09:47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863840" cy="3931920"/>
          </a:xfrm>
          <a:prstGeom prst="roundRect">
            <a:avLst>
              <a:gd name="adj" fmla="val 2326"/>
            </a:avLst>
          </a:prstGeom>
          <a:solidFill>
            <a:srgbClr val="0E2A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568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«Лукошко» · продуктовый чат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395728"/>
            <a:ext cx="5852160" cy="713232"/>
          </a:xfrm>
          <a:prstGeom prst="roundRect">
            <a:avLst>
              <a:gd name="adj" fmla="val 15385"/>
            </a:avLst>
          </a:prstGeom>
          <a:solidFill>
            <a:srgbClr val="1D4634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441448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Отток растёт. Внедрим ML-модель удержания? Бюджет 20 млн/год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3236976"/>
            <a:ext cx="5852160" cy="713232"/>
          </a:xfrm>
          <a:prstGeom prst="roundRect">
            <a:avLst>
              <a:gd name="adj" fmla="val 15385"/>
            </a:avLst>
          </a:prstGeom>
          <a:solidFill>
            <a:srgbClr val="1D4634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282696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сократит 30% операторов поддержки — я видел демо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4078224"/>
            <a:ext cx="5852160" cy="713232"/>
          </a:xfrm>
          <a:prstGeom prst="roundRect">
            <a:avLst>
              <a:gd name="adj" fmla="val 15385"/>
            </a:avLst>
          </a:prstGeom>
          <a:solidFill>
            <a:srgbClr val="1D4634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4123944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0.79! Показываем баннер всем, у кого высокая вероятность покупки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304288" y="4919472"/>
            <a:ext cx="5852160" cy="713232"/>
          </a:xfrm>
          <a:prstGeom prst="roundRect">
            <a:avLst>
              <a:gd name="adj" fmla="val 15385"/>
            </a:avLst>
          </a:prstGeom>
          <a:solidFill>
            <a:srgbClr val="1E6B47"/>
          </a:solidFill>
          <a:ln/>
        </p:spPr>
      </p:sp>
      <p:sp>
        <p:nvSpPr>
          <p:cNvPr id="14" name="Text 12"/>
          <p:cNvSpPr/>
          <p:nvPr/>
        </p:nvSpPr>
        <p:spPr>
          <a:xfrm>
            <a:off x="2523744" y="4965192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…а что должно измениться в деньгах?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недели 1: переписываем каждую в гипотезу — вопрос → метрика → guardrail → нужен ли ML вообще.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ТЕРЯЕТСЯ СМЫСЛ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Эстафета со сломанным переводом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«Что-то отток растёт»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89504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3008" y="2697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«Нужна churn-модель»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32704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35040" y="2103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2697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«Обучите классификатор оттока»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75904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778240" y="210312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897940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месяц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79408" y="2697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0.87 · отток не сдвинулся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Кто-то должен был спросить: что мы будем делать с предсказанием — и как оно вернёт деньги?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 роль — аналитик в широком смысле. Не «человек-функция качества модели»: сформулировал задачу, построил, измерил эффект, ответил бизнесу.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ЗАДАЧ АНАЛИТИКА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жанров работы — и главная ошибка новичка в каждом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  <a:gridCol w="2834640"/>
                <a:gridCol w="32004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Жанр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Вопрос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Артефакт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Ошибка новичка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Дашборд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дела?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витрина + графики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мониторить всё подряд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Ad-hoc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 так вышло?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короткий ответ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ответить корреляцией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Исследование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устроено?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инсайт + рекомендации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копать без связи с решением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Эксперимент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изменит X?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вывод катить/не катить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оценивать по прокси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Аналитический проект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делать?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 + план + эффект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сделать модель вместо ответа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— это спектр, а не «дашборды» и не «ML». Спор о жанре — частая причина конфликтов: ad-hoc ждут за час, проект — за месяц.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ЖАНРЫ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«Задача на Kaggle» и «вопрос бизнеса»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9768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дана: RMSE, AUC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надо придумать — это половина задачи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97680" y="3246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даны, чистые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3246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нет; логирование кривое — сначала починить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ошибки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29768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в лидерборде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4206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деньги, доверие, иногда люди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4748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29768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сабмит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5166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решение, которое кто-то примет и за которое ответит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залу: какой пункт чаще всего игнорируют ML-инженеры?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РЕФЛЕКС, КОТОРЫЙ ЛЕЧИМ ВЕСЬ КУРС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«Сначала модель» — не работает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CEEE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01468"/>
            <a:ext cx="603504" cy="603504"/>
          </a:xfrm>
          <a:prstGeom prst="ellipse">
            <a:avLst/>
          </a:prstGeom>
          <a:solidFill>
            <a:srgbClr val="B354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14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9537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Обучить модель, потому что «это в задании»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DF4E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430268"/>
            <a:ext cx="603504" cy="603504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302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4160520"/>
            <a:ext cx="9537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спросить: что изменит решение — и кто это заметит в деньгах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узнали себя — хорошо: курс ровно про это.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ФРЕЙМВОРК НА ВЕСЬ КУРС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 — повторяем каждую неделю, каждый раз глубже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0" y="2011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вопрос бизнеса? кто и что изменит от ответа?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551176"/>
            <a:ext cx="0" cy="237744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8254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2852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 пути пользователя это живёт? где болит?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392424"/>
            <a:ext cx="0" cy="237744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66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36941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измерим успех и вред?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" y="4233672"/>
            <a:ext cx="0" cy="237744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507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23360" y="45354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стоит и принесёт? в каких сегментах иначе?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104" y="5074920"/>
            <a:ext cx="0" cy="237744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30952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23360" y="53766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докажем эффект? A/B или что-то честнее?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всем — ML-рычаг: в какой точке модель реально нужна, а в какой это карго-культ.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КВАРТАЛ РАБОТЫ RECSYS «ЛУКОШКО»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Offline-метрики выросли. Деньги — нет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06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Было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NDCG@10 (offline)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главной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Конверсия карточка → заказ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возвратов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GMV на пользователя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1 640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1 590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 на пользователя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5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случилось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2402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оптимизировала клик — и выучила кликбейт: яркие, дешёвые, «как у соседа» товары низкого качества. Клик есть, покупка по инерции, возврат — двойная логистика ≈ 250 ₽ убытка и раздражение.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функция отвечала на вопрос «на что нажмут», а не «что купят и вернут».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RECSYS: РАЗБОР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 фреймворка — что пропустили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задан: задача была «улучшить рекомендации», а не «увеличить ценность за визит»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26243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смотрели только верх (клик), не смотрели вниз — возвраты, повторные покупки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33741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было guardrail: маржа, возвраты, повторный заказ в 30 дней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412394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 не посчитал: CTR × маржа покупки − маржа возврата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73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4873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катали по offline-метрике; A/B с guardrail поймал бы за 2 недели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должно было быть больно: 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категорийному менеджеру (возвраты = штрафы), логистике (обратный поток), CFO (маржа). Никто из них не был в ревью модели.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КЕЙС, КОРОЧЕ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LLM-фича с отличными evals, которой никто не пользуется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 / 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саммари отзывов по evals (разметка)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2103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02336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через месяц: 2 человека из 500 в день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Диагноз: фича решала задачу, которой у пользователя нет — отзывы перед покупкой FMCG читают 7%, и «лайк» разметчика ≠ боль покупателя.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EDF4E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212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модели ≠ ценность фичи. Ценность = (сколько людей в какой боли) × (насколько решает). Считаем до разработки, а не после.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ML-ФИЧИ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и реальность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ECEEE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4,6/5 — катим на всю базу, все в восторге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EDF4E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560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РЕАЛЬНОСТЬ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37960" y="32004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0,4%: разворачивают двое из 500 в день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фичи = (сколько людей в какой боли) × (насколько она решает). Считаем до разработки, а не после.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Принести: головы. Ноутбук не нужен.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одна страница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проект магистратуры (или любой знакомый продукт) в бизнес-рамке: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пользователь и в чём ценность · кто платит · unit · вопрос бизнеса · гипотеза «если X, то Y» · метрика успеха и вреда · место ML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кейс-воркшоп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8803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«заявки на модель» от руководства «Лукошко».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Переписываем в: вопрос → гипотеза → на кого влияет → чем измерим успех и вред → нужен ли ML вообще.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недели — сломать рефлекс «сначала модель».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неделя: система метрик — NSM, дерево, guardrails. Практика: retention и когорты на данных «Лукошко».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Неделя 1 · Аналитика как способ думать о бизнесе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2026-09-05T17:04:53Z</dcterms:created>
  <dcterms:modified xsi:type="dcterms:W3CDTF">2026-09-05T17:04:53Z</dcterms:modified>
</cp:coreProperties>
</file>