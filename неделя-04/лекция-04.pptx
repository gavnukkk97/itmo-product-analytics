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 и сегментация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LTV, CAC, payback — и почему средний LTV врёт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и маржа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тремя способами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LTV-модель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Юнит: одинаковые слова, разные единицы</a:t>
            </a:r>
            <a:endParaRPr lang="en-US" sz="2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Юнит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Маркетплейс «Лукошко»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 (или покупатель/мес)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 и логистика живут на заказе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подписчик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рекуррентный платёж + churn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Рекламная модель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пользователь-внимание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за показы/клики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Финтех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транзакция / активный клиент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TPV и межбанк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Такси / доставка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поездка («лифт»)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переменные издержки на рейс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брать «пользователя» там, где издержки сидят на заказе: экономика красива в отчёте и убыточна в кассе.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ЗАКАЗ «ЛУКОШКО»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выручки к contribution margin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(GMV заказа)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1 850 ₽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43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себестоимость / комиссия логистики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0" y="2624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~1 540 ₽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7413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доставка (последняя миля)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0" y="33741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 ₽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2394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промо и скидки (в среднем)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41239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~58 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737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Contribution margin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863840" y="48737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~167 ₽ (≈9% GMV)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Постоянные (офисы, R&amp;D, серверы) в юнит не входят — их покрывает сумма вкладов.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ХРУПКОСТЬ МАРЖИ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«Безобидные» проценты съедают половину экономики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−56%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 от скидки 5% на чек 1 850 ₽ (−93 ₽ из 167 ₽)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возврата на 100 заказов = −375 ₽ маржи с каждой сотни (возврат ≈ 250 ₽)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продуктом: конверсия +1 п.п. при том же трафике — маржа почти без затрат; скидка +1 п.п. — маржа минус скидка. Рост ≠ рост.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цена доставки выросла на 30 ₽. На сколько должен вырасти средний чек, чтобы маржа не просела? (≈ +11%: 18 ₽ к марже при 9% — это ~200 ₽ к чеку)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за жизнь, а не выручка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— суммарная маржа (не выручка!), которую юнит принесёт за время жизни; на длинных горизонтах — дисконтированная.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1 950 ₽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LTV12 «Лукошко» (маржа, 12 мес)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 мес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85216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время жизни покупателя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фиксируем (LTV12, LTV6), иначе спор «у нас LTV 8 000!» бесконечен.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способа — и ловушка каждого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Способ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 / идея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Ловушка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ARPU/мес × время жизни × маржинальность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«среднее время жизни» не наблюдаемо у живых (цензурирование)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Когортный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фактическая маржа когорты по месяцам → экстраполяция плато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молодые когорты ещё не показали плато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BG/NBD, ML на раннем поведении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экстраполяция врёт при смене механик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лошадка курса — когортный способ: простой, честный, воспроизводимый.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ПРИВЛЕЧЕНИЯ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CAC: три разреза, обязательные всегда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₽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blended — все новые покупатели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1 050 ₽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38912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paid — только платные каналы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41248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органики в новых покупателях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Органика не «бесплатна»: в неё вложены контент, SEO, PR, бренд — просто не в статье «media». Если доля органики падает, blended CAC растёт сам по себе.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ЧИСЛА ВМЕСТО ОДНОГО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и LTV/CAC — смотреть парой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мес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«Лукошко»: 640 ₽ / ~334 ₽ маржи в месяц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LTV12 / CAC blended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 3:1 — эвристика, не закон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0" y="38221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схожих горизонтах и марже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165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26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 при payback 1 мес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45537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отличный бизнес при большом рынке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1480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257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 при payback 18 мес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52852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красиво на слайде, медленно в кассе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 ratio-метрик: AOV и конверсия — отношения; «среднее по пользователям» ≠ отношение сумм (дельта-метод — неделя 8).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ВРАНЬЯ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средний LTV — опасная цифра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1 950 ₽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LTV12 — так выглядит отчёт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≈700 ₽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медианный LTV12 — так живут 80% покупателей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скошено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395935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киты (малый бизнес на 40k/год) тянут среднее; решение на среднем — ошибка для большинства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65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Когорты разные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487375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Чёрная пятница ≈ 800 ₽ против обычной осени 2 300 ₽: микс улучшает отчёт при ухудшении каждой когорты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50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760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разные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578815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2 800 ₽ (organic) до 1 250 ₽ (CPA): «лимбеним CAC 900 ₽» убивает одни каналы и кормит другие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существует, только если с ним можно сделать разное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Различим заранее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поведения, которое прогнозируем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459736"/>
            <a:ext cx="0" cy="44805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44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Достижим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9718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канал или механика добраться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511296"/>
            <a:ext cx="0" cy="44805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рассыпается каждые две недели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" y="4562856"/>
            <a:ext cx="0" cy="44805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 различим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507492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LTV/CAC/эластичность реально разные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разрезы «Лукошко»: канал × promo_hunter × частота (RFM-lite).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КРАСИВО, БЕСПОЛЕЗНО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Анти-пример сегмента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424160" cy="1463040"/>
          </a:xfrm>
          <a:prstGeom prst="roundRect">
            <a:avLst>
              <a:gd name="adj" fmla="val 500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«Кластер 4 — любители кошачьих кормов в дождливую погоду»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Недостижим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391363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механики показывать им что-то отдельное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537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63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Неустойчив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469087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меняется от недели к неделе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3309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40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различим заранее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54681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 только постфактум в данных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217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P&amp;L: юнит-экономика в сегментах — мост, где аналитик и CFO говорят одно и то же: маржа по когорте, payback канала, доля промо-охотников.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LTV-МОДЕЛЬ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— это вход в экономику, не стратегия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Калибровка головы и хвоста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01952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выборке из 90% «середняков» модель хороша в массе и бьёт мимо на краях, где живёт бизнес-решение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error асимметричен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364992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переоценил — купил трафик за 1 400 ₽, вернул 200 ₽ маржи; недооценил — потерял возможность. Минимум RMSE ≠ нужный критерий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Усилитель смещения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828032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от «высокого LTV» повторяет логику недели 3: берём тех, кто и так пришёл бы; CAC ниже, инкремент нулевой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СЧИТАТЬ НЕ ТОЧНОСТЬ, А РЕШЕНИЕ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вместо RMSE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Правильный вопрос — не «насколько точен прогноз», а «сколько денег приносит решение, принятое по этому прогнозу» (Provost &amp; Fawcett, Data Science for Business).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EDF4E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273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маржи принесёт юнит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58768" y="36576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51960" y="310896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EDF4E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3273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53128" y="3657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привлечения и удержания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2088" y="36576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955280" y="310896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ED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3273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6448" y="3657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покупать / не покупать / какой оффер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отвечает на «сколько», экономика — на «что делать». Ошибки стоят по-разному — весим их по-разному.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ПРАВИЛЬНОЕ ИСПОЛЬЗОВАНИЕ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вшивается в таблицу экономики канала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2103120"/>
                <a:gridCol w="164592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LTV (модель)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Вердикт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Контекст-категории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1 900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 мес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рабочий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CPA-сети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1 400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1 250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&gt;12 мес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закрыть/пересобрать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…при CAC ×1,2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1 140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1 900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 мес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граница окупаемости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занятии: стресс-тест «аукцион подорожал на 20%» — какие каналы выпадают первыми и что должен дать продукт, чтобы их спасти.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 среднем» против «в сегментах»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юнит своего проекта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 и почему не другой · структура маржи с вилками «оптимист/пессимист» · грубые LTV и CAC · payback и вердикт · сегмент, в котором решение другое. Грубая оценка с допущениями лучше отказа.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ноутбук на данных «Лукошко»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7889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LTV12 и payback «в среднем» → в сегментах (канал × promo_hunter) → решение разворачивается → наивная LTV-модель и её место → стресс-тест CAC +20%.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маркетинг — цели, каналы и почему CPA — не то, чем кажется.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2026-09-03T05:13:07Z</dcterms:created>
  <dcterms:modified xsi:type="dcterms:W3CDTF">2026-09-03T05:13:07Z</dcterms:modified>
</cp:coreProperties>
</file>