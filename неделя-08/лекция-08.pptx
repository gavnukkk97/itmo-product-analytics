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 · ИТМО · БЛОК «ПРОДУКТОВОЕ МЫШЛЕНИЕ»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Эксперименты, оценка ML и влияние на решения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</a:t>
            </a:r>
            <a:pPr indent="0" marL="0">
              <a:buNone/>
            </a:pPr>
            <a:r>
              <a:rPr lang="en-US" sz="22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доказать эффект и не катить вредную модель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лекций + 8 занятий · 3 з.е. · зачёт по мини-проекту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A/B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2180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MDE и peeking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Альтернативы A/B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memo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ПРОВЕРКИ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A/B обязателен, когда рано, когда невозможен</a:t>
            </a:r>
            <a:endParaRPr lang="en-US" sz="2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852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Ситуация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делать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Трафик есть, эффект ≥ MDE, метрика быстрая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A/B обязателен — дешёвый и честный способ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Продукт ранний, трафика мало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последовательные версии + качественные сигналы; MDE посчитать честно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Вмешательство необратимо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«риск-реверс»: пилот на сегменте, квази-замер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Сетевые эффекты маркетплейса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обычный A/B врёт (interference) — switchback / кластеры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Эффект длинный (LTV, отток)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proxy с проверенной связью + длинный хвост наблюдения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Регуляторика / этика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экспериментируем на людях без основания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вреден, когда имитирует решение: «прокрасили конверсию и катим» без guardrail и горизонта.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≠ ЭКСПЕРИМЕНТ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vs online: три расхождения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Выборка сместилась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20640" y="1993392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ранжирования сама формирует то, на чём её валидировали (feedback loop)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7355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3832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другая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3410712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считает точность на объектах; бизнес — инкрементальную ценность (NDCG +20% vs GMV −3%, неделя 1)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800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Поведение адаптируется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4828032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пользователи, продавцы и рекламные конкуренты реагируют на изменение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Offline-метрики — фильтр для отбора кандидатов (дёшево, быстро). A/B — судья. Всё между ними — proxy-цепочка, и каждое звено надо уметь оспорить.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СЧИТАТЬ ДО СТАРТА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MDE: с какой базой какой сдвиг ловим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+1,5 п.п.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MDE при конверсии 8% и базе 30 000 × 2 (относительный +18%)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стандартная мощность: вероятность поймать эффект, если он есть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«Посмотрим, что получится» = месяцы шума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0" y="40050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ложные выводы вместо решения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823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892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хватает базы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49194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менять метрику (более частую) или укрупнять эффект, а не «подождём ещё»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6967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8064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 значимо» ≠ «нет эффекта»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58338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слабый эксперимент хуже отсутствия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ХРОНИКА ТИПОВОГО ПРОВАЛА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Peeking: подглядывание каждый день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2199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14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0,049 — «выкатали на всю базу»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858768" y="26746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51960" y="205740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222199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МЕСЯЦ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53128" y="2606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на новой версии −15%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62088" y="26746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955280" y="205740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E8590C"/>
          </a:solidFill>
          <a:ln/>
        </p:spPr>
      </p:sp>
      <p:sp>
        <p:nvSpPr>
          <p:cNvPr id="14" name="Text 12"/>
          <p:cNvSpPr/>
          <p:nvPr/>
        </p:nvSpPr>
        <p:spPr>
          <a:xfrm>
            <a:off x="8156448" y="222199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E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6448" y="2606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 был шумом; тест остановлен ровно в момент ложной значимости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ложных прокрасов при ежедневном подглядывании и стопе на первом p&lt;0,05 растёт в разы.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Лекарство: фиксировать длительность и порог заранее; sequential-методы.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залу: A/B идёт 3 дня, p = 0.04, основатель требует катить. Что скажете?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ГИГИЕНА ЭКСПЕРИМЕНТОВ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Прокрасы, A/A, канарейки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Множественные прокрасы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947672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метрик × «что-то нашлось» = 40%+ ложных. Лекарство: одна первичная метрика, поправки, pre-registration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1821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A/A-эксперименты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3319272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«пустой» тест на исторических данных — проверка сплит-системы: если A/A прокрашивается чаще ~5%, чинить рандомизацию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5537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66344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Несовместные эксперименты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4690872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пересекающиеся A/B в одной воронке портят друг друга; тяжёлые изменения — канарейкой на 1% трафика с алертами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ТОНКАЯ МИНА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Ratio-метрики: AOV и конверсия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отношения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93392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выручка/заказы, заказы/визиты — «среднее по пользователям» ≠ отношение сумм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821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Обычный t-тест врёт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3319272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нужен дельта-метод или bootstrap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079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617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в любом случае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4645152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считать ratio «сумма числителя / сумма знаменателя» по совокупности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ЧИСЛОВАЯ ПАМЯТКА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«Как удешевить тест»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 млн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пользователей на группу: ловим +1% к конверсии 10% при мощности 80%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тыс.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мер удешевления — тест в 2 недели вместо квартала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4206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Частая метрика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400507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 → сессии: больше единиц деления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727448"/>
            <a:ext cx="4206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Стратификация сплита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475488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дисбаланс — меньше шум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367528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477256"/>
            <a:ext cx="4206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Выбросы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5504688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винзоризация / IQR до сравнения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6117336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27064"/>
            <a:ext cx="4206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CUPED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63440" y="625449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корректировка до-экспериментальными данными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ЗНАТЬ ТЕРМИН И ЗАЧЕМ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CUPED без формул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CUPED использует до-экспериментальные данные того же пользователя (его прошлую активность) чтобы объяснить часть шума в метрике. Меньше шум — та же база ловит меньший эффект.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сути — регрессионная корректировка ковариат (ортогонализация). В больших платформах — стандарт; формулы — в курсе статистики ATH, нам нужен смысл: дешевле доказать эффект.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10424160" cy="1097280"/>
          </a:xfrm>
          <a:prstGeom prst="roundRect">
            <a:avLst>
              <a:gd name="adj" fmla="val 6667"/>
            </a:avLst>
          </a:prstGeom>
          <a:solidFill>
            <a:srgbClr val="EDF4E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8006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курса: если эксперимент «не доехал по базе» — сначала метрика и CUPED, и только потом «не смогли доказать».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ДЕЛАТЬ, ЕСЛИ A/B НЕЛЬЗЯ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альтернатив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2651760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Идея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Когда брать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Подводный камень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Switchback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A/B по временным слотам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interference: такси, доставка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переносы эффектов между слотами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Geo-эксперимент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рынки вместо людей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медиа/бренд, нет user-level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гетерогенность регионов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разница разниц до/после с контролем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изменение случилось внезапно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параллельные тренды проверять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Синтетический контроль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«двойник» из комбинации контролей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 крупный рынок/партнёр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подбор двойника — маневр для вранья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Causal ML (uplift, DML)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эффект на уровне сегмента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 честной рандомизации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модели не создают каузальность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23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Рандомизация — источник каузальности; модели — способ её растолковать.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ОДНОГО МЕТОДА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Switchback: слоты, гексагоны, границы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0" y="1947672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чередуем A/B по временным слотам на всём рынке: эффект не может «перетечь» между группами людей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Гео-вариант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3090672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гексагоны/кластеры вместо городов — больше ячеек, лучше мощность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965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206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Подводные камни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4233672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переносы эффектов между соседними слотами; граничные зоны, где эффект «перетекает» между ячейками — их чистят или исключают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5349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живёт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0480" y="5376672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такси, доставка, маркетплейсы с общим пулом исполнителей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КЕЙС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«КУПИТЬ СЕЙЧАС»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Слайд, который показали CEO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+6,2%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конверсия карточка → заказ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103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≈ 0,03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0" y="2971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2 недели A/B 50/50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команды: «успех, катим на всю базу». Всё честно: случайное разделение, достаточная база, значимый результат…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…кроме одного: первичная метрика — proxy, guardrail-пороги не заданы до старта, длительность выбрана «до прокраса».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КЕЙС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ПРОДОЛЖЕНИЕ КЕЙСА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показали guardrail через квартал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926080"/>
                <a:gridCol w="38404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Метрика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Ожидали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Стало через квартал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Конверсия карточки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 — держится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Средний чек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смотрели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−4,1%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Доля заказов из 1 товара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смотрели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+9% (кнопка тянет к импульсным)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GMV на пользователя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смотрели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−2,3%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Повторные заказы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смотрели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−1,1 п.п.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257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прокрасили прокси — через квартал LTV падает. Откат. Каждая строка «не смотрели» — место, где guardrail надо было задать до старта.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МИНЫ ДЛЯ ML-ФИЧ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feedback и interference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feedback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993392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конверсии приходят часами/днями после клика; «мгновенный» замер перекашивает сравнение — и биддинг (неделя 5)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7355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3832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Interference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410712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treatment-пользователи меняют среду контрольных: общий пул скидок, маркетплейс-эффекты — эффект занижается или искажается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8006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828032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держать окна наблюдения дольше цикла решения; рандомизировать группы, не связанные общим ресурсом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ВЫВОДА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memo для CPO/CMO: 8 пунктов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51560" y="185623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Решение, которое просим: катить / не катить / сначала проверить / починить логирование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46520" y="185623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Контекст: какой вопрос бизнеса, что видели (3–5 цифр)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51560" y="290779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и механизм: что меняем и почему должно работать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290779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Эффект: метрика успеха, размер, уверенность (CI, а не «прокрасилось»)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51560" y="395935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Вред: guardrail-метрики и пороги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436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46520" y="395935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Экономика: деньги на юните/канале/базе, payback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51560" y="501091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Проверка: эксперимент или его отсутствие и почему; если был выбор метода — назвать альтернативу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436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46520" y="501091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и план Б: что делаем, если через месяц эффект другой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страница · первое — решение · цифры без прилагательных · «мы не знаем» — легальный пункт.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СБОРКА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НЕСТИ НА ЗАЩИТУ ПРОЕКТА ATH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— рычаг в воронке, а не самоцель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470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и метрики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0" y="187452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сформулированный бизнес-вопрос, дерево метрик с guardrails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" y="2414016"/>
            <a:ext cx="0" cy="292608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2770632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юнит с сегментами и честными допущениями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" y="3310128"/>
            <a:ext cx="0" cy="292608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21024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21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63931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Рычаг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0" y="3666744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 / маркетинг / ML — и ответ «зачем модель», если она есть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" y="4206240"/>
            <a:ext cx="0" cy="292608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517136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17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53542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4800" y="4562856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или альтернатива + MDE + guardrails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2104" y="5102352"/>
            <a:ext cx="0" cy="292608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413248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413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543153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memo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114800" y="5458968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первым пунктом — решение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«Модель обучена» — не результат. Результат: бизнес-метрика изменится — и мы это докажем.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 · ЗАЩИТА МИНИ-ПРОЕКТА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8–10 минут на человека или команду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6–10 слайдов или 2–3 страницы: бизнес → метрики → где болит → экономика → рычаг (и зачем ML) → как проверим эффект → решение, которое просим у бизнеса.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76656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СВЯЗЬ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27889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на продуктовом ревью, не как на экзамене: 1 сильная сторона + 1 главный риск + 1 следующий шаг. Модель обучать не обязательно; оцениваем связку «гипотеза → метрика → экономика → проверка».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курс. Дуги закрыты: вопрос → воронка → метрики → экономика → проверка → ML-рычаг.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Курс «Продуктовая и маркетинговая аналитика»</dc:creator>
  <cp:lastModifiedBy>Курс «Продуктовая и маркетинговая аналитика»</cp:lastModifiedBy>
  <cp:revision>1</cp:revision>
  <dcterms:created xsi:type="dcterms:W3CDTF">2026-09-05T08:29:37Z</dcterms:created>
  <dcterms:modified xsi:type="dcterms:W3CDTF">2026-09-05T08:29:37Z</dcterms:modified>
</cp:coreProperties>
</file>